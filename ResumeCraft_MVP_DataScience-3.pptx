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8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ResumeCraft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20574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 оптимизации резюме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вакансии hh.ru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Быстрое создание MVP в Data Science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НИУ ВШЭ •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42: Емельянов С. • Винокуров А. • Кожокарь А. • Пономарева А. • Фаритова Д. • Филаткина Ю.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МУПИТБ251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резюме отсеиваются ATS-системами до рекрутера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93,3 млн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на hh.ru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0876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5,9–7,3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конкуренции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(было 3,7)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6400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" y="3630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офисных вакансий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(сокращение)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64008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0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на одну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IT-вакансию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данные HeadHunter,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резюме отсеиваются?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704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Обязанности вместо достижений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508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Соискатели описывают процессы, а не результаты. Рекрутеры ищут измеримый вклад.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1305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Внутренняя терминология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468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отделов и систем не совпадают с формулировками вакансий и ATS-фильтров.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0906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ATS-ключевых слов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429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Huntflow, Potok, Talantix фильтруют по совпадению терминов — без них резюме невидимо.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0507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сервисов для РФ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4389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Teal, Jobscan, Rezi не поддерживают русский язык. Российские аналоги — шаблонные конструкторы.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Решение: ResumeCraft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 из 4 специализированных агентов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8288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Парсер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данные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920240" cy="182880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Аналитик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6888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920240" cy="18288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Реврайтер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Рерайтинг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1920240" cy="18288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Скоринг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10–30 сек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DOCX/PDF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резюме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перефразирование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hh.ru API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интеграция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Конкуренты и уникальность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Русский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язык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hh.ru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Загрузка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резюме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Глубокий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рерайтинг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Оплата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из РФ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Teal / Jobscan / Rezi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Cvator.ru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Rezumus.com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hh.ru / MyResume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ResumeCraft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преимущества ResumeCraft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мультиагентный рерайтер резюме на российском рынке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интеграция с HeadHunter API — matching с конкретной вакансией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No Hallucination — перефразирование, а не выдумка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Целевая аудитория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34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Молодые специалисты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23–28 лет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профессиональное резюме. 42% вакансий для начинающих. Приоритетный сегмент.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3444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Mid-career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28–40 лет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83280" y="2468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работы, карьерный рост. Максимальная готовность платить за адаптацию.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26480" y="105156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3444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IT-специалисты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263640" y="2468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конкуренция: 8–9 резюме на вакансию. Критическая потребность в ATS-оптимизации.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315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Объём рынка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743200" y="3886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83280" y="3886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 млн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46320" y="3886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0" y="3886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 млн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49440" y="3886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589520" y="3886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тыс.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 рынка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top-down оценка на основе данных HeadHunter и Росстата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 млрд ₽/год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млн активных соискателей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hh.ru × 300 ₽/мес ARPU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371600"/>
            <a:ext cx="260604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37160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3552" y="1874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11,5 млрд ₽/год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10712" y="2743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млн белых воротничков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индексом hh &gt; 5 × 400 ₽/мес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60604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7160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760" y="1874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 → 840 млн ₽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1: 5 000 платящих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3: 100 000 платящих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Прогноз по годам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7406640" cy="104241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Год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Фокус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Платящие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Ср. чек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SOM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(MVP)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Москва, СПб, IT/маркетинг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₽/мес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млн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(Growth)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Миллионники, все отрасли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 ₽/мес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 млн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(Scale)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Вся Россия + B2B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₽/мес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 млн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Бизнес-модель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 — подписная модель с бесплатным входом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навсегда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оптимизаций/мес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+ TXT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шаблон (Minimal)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97480" cy="301752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 ₽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/мес  (3 990 ₽/год, −32%)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оптимизаций/мес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+ Claude + OpenRouter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DOCX + TXT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шаблона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258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1 490 ₽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/мес  (11 990 ₽/год, −33%)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оптимизаций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5 провайдеров + GPT-4o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форматы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шаблоны + кастом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553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Позиционирование: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5–9× дешевле глобальных аналогов (Rezi $29, Jobscan $49) с нативной интеграцией hh.ru. Конверсия Free → Standard: 8–12%.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и технологический стек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 (async)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+ Alembic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RabbitMQ + Redis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AES шифрование ключей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 CSS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+ Zustand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Mammoth.js (DOCX-просмотр)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(визуализации)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AI-провайдеры (5 LLM)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508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Pro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3703320"/>
            <a:ext cx="1508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3703320"/>
            <a:ext cx="1508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3703320"/>
            <a:ext cx="1508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3703320"/>
            <a:ext cx="1508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Docker Compose • Nginx • Ubuntu 24.04 LTS • 877 unit-тестов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обработки резюме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6072" y="1097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текст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ссылка hh.ru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26464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66544" y="10972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066544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73352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73352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структурированных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16936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57016" y="109728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63824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63824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vs вакансия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07408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47488" y="10972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54296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AI-рерайтинг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44768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44768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88352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28432" y="10972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635240" y="178308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2148840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PDF / TXT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резюме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Принципы MVP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YAGNI: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то, что нужно для demo и первых пользователей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API-first: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не зависит от UI; React SPA вызывает REST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Fail-safe: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недоступности LLM → fallback, при ошибке парсинга → graceful degradation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fast: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за 8 недель, один full-stack разработчик + продуктовая команда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Тестирование и результаты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Техническое тестирование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тестов: </a:t>
            </a: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Успешно: </a:t>
            </a: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Частично: </a:t>
            </a: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Неуспешно: </a:t>
            </a: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Unit-тесты: </a:t>
            </a: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877 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Фокус-группа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обезличенных респондента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feedback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UX-наблюдений выявлено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дефектов исправлено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улучшений в backlog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 AI-провайдеров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7132320" cy="1691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Провайдер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Модель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Прирост Score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Время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GigaChat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gigachat-pro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claude-sonnet-4-6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jamba-large-1.7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allam-2-7b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Внедрённые улучшения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итогам технического тестирования и фокус-группы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7863840" cy="2164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Приоритет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Тип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Описание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Статус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AVATAR-DELETE-503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Исправлена обработка ошибок при удалении аватара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Исправлено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VACANCY-URL-500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Добавлена серверная валидация URL вакансии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Исправлено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AVATAR-BTN-UX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Скрыта кнопка удаления аватара без аватара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Исправлено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SECURITY-AUTOFILL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Исправлено автозаполнение паролей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Исправлено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GROQ-MODEL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Исправлено отображение модели Groq в истории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Исправлено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UX-паттерны фокус-группы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Потеря контроля: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сохранилось ли изменение; результат непредсказуем — снижает доверие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Ограничения не объяснены: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Неочевидно, что нужны API-ключи; ограничения воспринимаются как поломка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6542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Сумма мелочей: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Автозаполнение, отсутствие модели, некликабельные карточки — вместе ухудшают впечатление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Стратегия продвижения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и контент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 «Как пройти ATS» на VC.ru, Habr, Дзен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5156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Партнёрства с вузами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1500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Карьерные центры ВШЭ и других университетов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14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395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Telegram-каналы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2588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про карьеру, IT-рекрутинг (300K+ аудитория)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228600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0" y="2395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Реферальная программа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71500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«Пригласи друга — получи бесплатный рерайтинг»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52044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490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Hunt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2588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на ProductHunt, демо-ролики до/после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46320" y="3520440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4904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1500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Таргет на hh.ru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71500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интеграции на самой платформе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Емельянов Сергей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CTO, Product Manager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реализация (архитектура, выбор ПО, код), руководство командой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@sergey_in_job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1783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Фаритова Дилара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 идеи, план работ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@dilara_faritova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697480" cy="1783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Пономарева Александра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/ UX-ресечер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персон, анализ ЦА, пользовательский путь, анализ рынка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@ponomarevva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783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Винокуров Александр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конкурентов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@ShepardCS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97480" cy="1783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Кожокарь Алина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3383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Проработка baseline, проверка качества реврайтинга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@alinadmitrakova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697480" cy="1783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Филаткина Юлия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383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Тестировщик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Тестирование, работа с фокус-группой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@yulk0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МУПИТБ251 • НИУ ВШЭ • «Управление продуктом в IT-бизнесе»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ResumeCraft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AI-система,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которая поможет миллионам соискателей найти работу быстрее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611880"/>
            <a:ext cx="274320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94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Емельянов Сергей • @sergey_in_job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1210</Words>
  <Application>Microsoft Macintosh PowerPoint</Application>
  <PresentationFormat>Экран (16:9)</PresentationFormat>
  <Paragraphs>377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ResumeCraft — Быстрое создание MVP в Data Science</dc:title>
  <dc:subject>PptxGenJS Presentation</dc:subject>
  <dc:creator>ResumeCraft Team</dc:creator>
  <cp:lastModifiedBy>dafaritova</cp:lastModifiedBy>
  <cp:revision>3</cp:revision>
  <dcterms:created xsi:type="dcterms:W3CDTF">2026-03-14T12:44:12Z</dcterms:created>
  <dcterms:modified xsi:type="dcterms:W3CDTF">2026-03-14T13:08:48Z</dcterms:modified>
</cp:coreProperties>
</file>