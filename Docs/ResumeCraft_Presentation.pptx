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ResumeCraft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AI-система оптимизации резюме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вакансии hh.ru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 AI-агентных инициатив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Бизнес-инкубатор НИУ ВШЭ  • 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Емельянов С. • Винокуров А. • Кожокарь А. • Пономарева А. • Фаритова Д. • Филаткина Ю.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МУПИТБ251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резюме отсеиваются ATS-системами до рекрутера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64008" cy="12801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93,3 млн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на hh.ru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600200"/>
            <a:ext cx="6400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5,9–7,3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конкуренции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(было 3,7)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офисных вакансий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(сокращение)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657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108960"/>
            <a:ext cx="64008" cy="1280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46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937760" y="3794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на одну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IT-вакансию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данные HeadHunter, 2024–2025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резюме отсеиваются?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252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Обязанности вместо достижений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3000" y="16184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Соискатели описывают процессы, а не результаты. Рекрутеры ищут измеримый вклад.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167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терминология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43000" y="2532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Названия отделов и систем не совпадают с формулировками вакансий и ATS-фильтров.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30815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ATS-ключевых слов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143000" y="3447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Huntflow, Potok, Talantix фильтруют по совпадению терминов — без них резюме невидимо.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6908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3000" y="3995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сервисов для РФ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143000" y="43616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Teal, Jobscan, Rezi не поддерживают русский язык. Российские аналоги — шаблонные конструкторы.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Решение: ResumeCraft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AI-система из 4 специализированных агентов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8660" y="1691640"/>
            <a:ext cx="1691640" cy="1645920"/>
          </a:xfrm>
          <a:prstGeom prst="rect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8660" y="1920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Парсер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PDF/DOCX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данные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6020" y="2286000"/>
            <a:ext cx="2286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20340" y="1691640"/>
            <a:ext cx="1691640" cy="1645920"/>
          </a:xfrm>
          <a:prstGeom prst="rect">
            <a:avLst/>
          </a:prstGeom>
          <a:solidFill>
            <a:srgbClr val="8B5CF6">
              <a:alpha val="8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0340" y="1920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Аналитик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72034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286000"/>
            <a:ext cx="22860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32020" y="1691640"/>
            <a:ext cx="1691640" cy="1645920"/>
          </a:xfrm>
          <a:prstGeom prst="rect">
            <a:avLst/>
          </a:prstGeom>
          <a:solidFill>
            <a:srgbClr val="10B981">
              <a:alpha val="85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32020" y="1920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Реврайтер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3202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Рерайтинг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ATS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2286000"/>
            <a:ext cx="228600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43700" y="1691640"/>
            <a:ext cx="1691640" cy="1645920"/>
          </a:xfrm>
          <a:prstGeom prst="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743700" y="19202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Скоринг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743700" y="2651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10–30 сек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цикл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78892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DOCX/PDF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278892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резюме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3776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Hallucination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493776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перефразирование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086600" y="3840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hh.ru API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086600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интеграция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работают агенты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7490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43000"/>
            <a:ext cx="37490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Агент-Парсер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Извлекает структурированные данные из PDF/DOCX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Парсит требования вакансии через HeadHunter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Нормализует формат: навыки, опыт, образование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7490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43000"/>
            <a:ext cx="37490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Агент-Аналитик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навыки кандидата vs требования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Выявляет пробелы и точки усиления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Формирует стратегию адаптации резюме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7490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017520"/>
            <a:ext cx="3749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Агент-Реврайтер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Переформулирует опыт на языке работодателя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 ATS-ключевые слова в текст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Превращает обязанности в достижения с метриками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749040" cy="1691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017520"/>
            <a:ext cx="3749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Агент-Скоринг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6118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0–100% для итогового резюме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diff-отчёт с подсветкой изменений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дальнейшей доработке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необходим ИИ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070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069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Семантическое понимание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25880" y="1399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формулировок требует понимания контекста резюме и вакансии. Поиск ключевых слов даёт механическую подстановку без учёта смысла.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671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0299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текста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25880" y="23591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Переформулирование «обрабатывал заявки» → «оптимизировал процесс обработки заявок, сократив время на 30%» — задача языковой модели.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272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2990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25880" y="33192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HR-консультант: 30–60 мин, 3 000–10 000 ₽ за резюме. ResumeCraft: 10–30 секунд автоматически.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59E0B">
              <a:alpha val="15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8736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25880" y="39502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агентов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25880" y="42793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агент решает отдельную подзадачу — парсинг, анализ, генерация, оценка. Это качественнее единого промпта.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Конкуренты и уникальность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1170432"/>
                <a:gridCol w="1170432"/>
                <a:gridCol w="1170432"/>
                <a:gridCol w="1170432"/>
                <a:gridCol w="11704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язык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hh.ru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резюме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Глубокий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рерайтинг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Оплата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 РФ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Teal / Jobscan / Rezi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Cvator.ru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Rezumus.com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hh.ru / MyResume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ResumeCraft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преимущества ResumeCraft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40233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мультиагентный рерайтер резюме на российском рынке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интеграция с HeadHunter API — matching с конкретной вакансией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No Hallucination — перефразирование, а не выдумка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из России без VPN, оплата картами РФ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Целевая аудитория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54480" y="1463040"/>
            <a:ext cx="731520" cy="73152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5727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Молодые специалисты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23–28 лет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профессиональное резюме. 42% вакансий в 2025 г. для начинающих. Приоритетный сегмент.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0" y="1463040"/>
            <a:ext cx="731520" cy="73152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727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Mid-career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28–40 лет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65760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работы, карьерный рост. Максимальная готовность платить за качественную адаптацию.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09360" y="1188720"/>
            <a:ext cx="25603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23760" y="1463040"/>
            <a:ext cx="731520" cy="73152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7276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2377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IT-специалисты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92240" y="3063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конкуренция: 8–9 резюме на вакансию. Критическая потребность в ATS-оптимизации.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560320" y="4297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20040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 млн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46320" y="4297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 млн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132320" y="4297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77240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тыс.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Стратегия продвижения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и контент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Статьи «Как пройти ATS», «Как написать резюме в 2026» на VC.ru, Habr, Дзен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64008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Партнёрства с вузами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Карьерные центры НИУ ВШЭ и других университетов, бесплатный тариф для студентов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37490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Telegram-каналы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Посевы в каналах про карьеру, поиск работы, IT-рекрутинг (300K+ аудитория)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37490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237744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Реферальная программа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«Пригласи друга — получи бесплатный рерайтинг» для вирального роста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37490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и соцсети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на ProductHunt, демо-ролики до/после в TikTok и YouTube Shorts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3749040" cy="10515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657600"/>
            <a:ext cx="64008" cy="10515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Таргет на hh.ru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Рекламные интеграции на самой платформе HeadHunter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Команда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Емельянов Сергей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Developer, CTO,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@sergey_in_job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188720"/>
            <a:ext cx="265176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Винокуров Александр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7764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5204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@ShepardCS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65176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Кожокарь Алина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58000" y="1691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@alinadmitrakova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17520"/>
            <a:ext cx="265176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46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Пономарева Александра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9728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@ponomarevva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37560" y="3017520"/>
            <a:ext cx="265176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461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77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Фаритова Дилара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97764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52044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@dilara_faritova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65176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461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Филаткина Юлия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858000" y="3520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08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@yulk0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МУПИТБ251  •  НИУ ВШЭ  •  «Управление продуктом в IT-бизнесе»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нам нужно от ВШЭ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374904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 на разработку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инфраструктуры (серверы, LLM API), найм frontend-разработчика и ML-инженера для запуска MVP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749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AI-платформа разработки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мультиагентной платформе НИУ ВШЭ для развёртывания и тестирования агентов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26080"/>
            <a:ext cx="37490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Продуктовая команда поддержки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Помощь с UX-исследованиями, юнит-экономикой, Go-to-Market стратегией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7490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926080"/>
            <a:ext cx="37490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Экспертное менторство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связь от экспертов в HR-tech, LLM-инженерии и продуктовом развитии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0058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ResumeCraft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Мультиагентная AI-система,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которая поможет миллионам соискателей найти работу быстрее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Емельянов Сергей  •  @sergey_in_job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ResumeCraft — Мультиагентная AI-система</dc:title>
  <dc:subject>PptxGenJS Presentation</dc:subject>
  <dc:creator>ResumeCraft Team</dc:creator>
  <cp:lastModifiedBy>ResumeCraft Team</cp:lastModifiedBy>
  <cp:revision>1</cp:revision>
  <dcterms:created xsi:type="dcterms:W3CDTF">2026-02-21T20:28:35Z</dcterms:created>
  <dcterms:modified xsi:type="dcterms:W3CDTF">2026-02-21T20:28:35Z</dcterms:modified>
</cp:coreProperties>
</file>